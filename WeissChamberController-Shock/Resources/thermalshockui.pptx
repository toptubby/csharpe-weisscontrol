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ABA30-6E31-FA8C-5333-CB0B0107BE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8B13AA-E60D-927B-EECD-BFE59F6D4B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BB91C-8B74-E8B6-F6F5-ECDBE3BE6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FB77-F5E0-4AAC-9C7D-0984F425BCD7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45AE39-B86B-D4DC-E4CB-AA4257EBF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A7E43A-789B-EBEB-7907-7A114C80C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8EBD2-2D59-46B3-9874-82F41631F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896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A4144-EA5A-3537-54F4-2E1A6CE4B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F4DD2-0A00-D7F0-E6B8-27D436ABB1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6500C1-BCF3-7CDF-9E56-BEDA9C08E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FB77-F5E0-4AAC-9C7D-0984F425BCD7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13CCF2-0A71-17BD-E4F9-A9DDF3018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387DB7-AA21-7310-F629-B5C9A155B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8EBD2-2D59-46B3-9874-82F41631F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721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57511-E06D-CC9D-3773-CA236EAE9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806713-6884-B1F4-8C87-0F94FA0289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054465-40EF-7A15-4EFF-F95944C3C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FB77-F5E0-4AAC-9C7D-0984F425BCD7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DD67F6-DB48-433F-531C-B709FD05C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4969C2-E04F-114D-3857-BB51C92F2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8EBD2-2D59-46B3-9874-82F41631F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771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38B58-D995-6D06-EC2E-7C6C9C93B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0D668-540B-D20E-1154-C13CC73B4B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F0FA0B-C159-8B8D-5949-34336020D5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F36A08-D2DF-E0DD-6E5B-D02196C46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FB77-F5E0-4AAC-9C7D-0984F425BCD7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8D649-946C-F90F-1687-A961B179E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DB3758-9DB7-D34F-E900-EE628618B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8EBD2-2D59-46B3-9874-82F41631F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246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AE3D8-CB90-9E34-627B-0C9A78CBC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6F8FE2-7483-3F3C-5BA3-C22CB98248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C07839-95F8-A7E2-B70F-AF8456529F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6696FB-F4C4-DFFB-EAD8-837EBA0E70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9ACE8C-2292-0C66-E976-8E6102DD3C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B433EE-FB47-A9D8-DEFC-A7FDFD97A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FB77-F5E0-4AAC-9C7D-0984F425BCD7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1E4CF2-C572-0648-C3F1-C4E04D661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82A0D8-02C7-3340-50E2-AC487244A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8EBD2-2D59-46B3-9874-82F41631F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122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CFC22-7D32-6C8E-8790-BE1FA054A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765FFA-2EE6-798A-92E8-AD6DAA4FA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FB77-F5E0-4AAC-9C7D-0984F425BCD7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21BF87-863A-8D81-57BF-5AAC59DAB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6D90A2-84C6-EB47-36B0-A46F794CE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8EBD2-2D59-46B3-9874-82F41631F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580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8CFB67-CC61-0A82-E888-7E56CBEA9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FB77-F5E0-4AAC-9C7D-0984F425BCD7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6B6031-D325-3717-292D-61A3E0CF3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BF9268-89AC-66C1-4284-784E1AD99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8EBD2-2D59-46B3-9874-82F41631F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14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F34C3-F3D7-48DA-5479-0FDCA7A4F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1A20E2-7875-2DEF-3817-507799D10D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4D9D83-B677-81E8-E1C6-2F4EDCE6CB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62D136-F4A1-6AA9-E1C8-F7E055F54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FB77-F5E0-4AAC-9C7D-0984F425BCD7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4C3FB3-59BD-D41F-BAF5-EA2DA0863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677044-E1A5-CF02-B3FE-17D2FE23B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8EBD2-2D59-46B3-9874-82F41631F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428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7F2D9-BB3F-2931-6EB7-CAF03B425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2861BE-CBFE-F012-52A1-8F0BE52208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1EB4CF-E4D5-65FD-362B-5355668DF3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1FEFD2-F815-95FD-D4CD-6FB9A84F6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FB77-F5E0-4AAC-9C7D-0984F425BCD7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A36706-CEB1-C429-E2F9-29944C5B1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57037D-1725-233D-758A-7735CFE9E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8EBD2-2D59-46B3-9874-82F41631F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581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D4C58-119D-4B83-7773-69B07DC33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931B1C-CE6E-3093-A9E0-B3A6C541DE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3CFF3F-C8C6-2E09-BE58-7432939E0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FB77-F5E0-4AAC-9C7D-0984F425BCD7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A85734-2313-543F-DFE1-FA536B338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E7DABF-C991-94ED-8EA7-B45660908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8EBD2-2D59-46B3-9874-82F41631F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812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87C81A-56A4-3F64-4B31-8ABD16F25C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16C26B-5DBF-1083-715A-AF1698006B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C9541F-7C5A-EF0A-6FAB-20E200313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FB77-F5E0-4AAC-9C7D-0984F425BCD7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3EC818-04A9-E8F8-E956-F5E6EEF04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6E1A8D-40C6-DC3D-F0A7-0F4662ADD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8EBD2-2D59-46B3-9874-82F41631F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18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6DA818-7C73-5432-5582-EC66A1E0C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95F664-13F9-44D2-FBDA-18231FE711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1290F5-44B9-7BEA-D0CE-42C122F758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D5FB77-F5E0-4AAC-9C7D-0984F425BCD7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6ACA72-EED8-F090-7EFC-988A025336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74F06-EDBD-0858-8B5C-F7EA2F21CD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08EBD2-2D59-46B3-9874-82F41631F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525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5FF2BB7-133E-E0C4-8696-A4FC87AAEE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0062" y="266700"/>
            <a:ext cx="3571875" cy="632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721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07AFED5-6754-469F-A919-607135FD0FA5}"/>
              </a:ext>
            </a:extLst>
          </p:cNvPr>
          <p:cNvGrpSpPr/>
          <p:nvPr/>
        </p:nvGrpSpPr>
        <p:grpSpPr>
          <a:xfrm>
            <a:off x="4310062" y="266700"/>
            <a:ext cx="3571875" cy="6324600"/>
            <a:chOff x="4310062" y="163015"/>
            <a:chExt cx="3571875" cy="6324600"/>
          </a:xfrm>
        </p:grpSpPr>
        <p:pic>
          <p:nvPicPr>
            <p:cNvPr id="5" name="Picture 4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09FB33C4-90EE-D46D-AFE3-BEE7A127D2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10062" y="163015"/>
              <a:ext cx="3571875" cy="6324600"/>
            </a:xfrm>
            <a:prstGeom prst="rect">
              <a:avLst/>
            </a:prstGeom>
          </p:spPr>
        </p:pic>
        <p:pic>
          <p:nvPicPr>
            <p:cNvPr id="6" name="Picture 5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5F6AB575-8210-B5C5-CF3A-4E0440E010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886" t="56549" r="15866" b="6227"/>
            <a:stretch>
              <a:fillRect/>
            </a:stretch>
          </p:blipFill>
          <p:spPr>
            <a:xfrm>
              <a:off x="4915466" y="1013346"/>
              <a:ext cx="2402007" cy="2354238"/>
            </a:xfrm>
            <a:prstGeom prst="rect">
              <a:avLst/>
            </a:prstGeom>
          </p:spPr>
        </p:pic>
        <p:pic>
          <p:nvPicPr>
            <p:cNvPr id="7" name="Picture 6" descr="A black and orange circle with a black flame in the middle&#10;&#10;AI-generated content may be incorrect.">
              <a:extLst>
                <a:ext uri="{FF2B5EF4-FFF2-40B4-BE49-F238E27FC236}">
                  <a16:creationId xmlns:a16="http://schemas.microsoft.com/office/drawing/2014/main" id="{8E506AB3-7545-E821-30BF-2497438CAD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69122" y="1047466"/>
              <a:ext cx="582085" cy="603913"/>
            </a:xfrm>
            <a:prstGeom prst="rect">
              <a:avLst/>
            </a:prstGeom>
          </p:spPr>
        </p:pic>
        <p:pic>
          <p:nvPicPr>
            <p:cNvPr id="8" name="Picture 7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3E499ECF-CCB0-3E4D-56CC-6DC24E2388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803" t="13694" r="15950" b="48975"/>
            <a:stretch>
              <a:fillRect/>
            </a:stretch>
          </p:blipFill>
          <p:spPr>
            <a:xfrm>
              <a:off x="4915466" y="3742709"/>
              <a:ext cx="2402007" cy="2361062"/>
            </a:xfrm>
            <a:prstGeom prst="rect">
              <a:avLst/>
            </a:prstGeom>
          </p:spPr>
        </p:pic>
        <p:pic>
          <p:nvPicPr>
            <p:cNvPr id="9" name="Picture 8" descr="A blue circle with a black snowflake&#10;&#10;AI-generated content may be incorrect.">
              <a:extLst>
                <a:ext uri="{FF2B5EF4-FFF2-40B4-BE49-F238E27FC236}">
                  <a16:creationId xmlns:a16="http://schemas.microsoft.com/office/drawing/2014/main" id="{BB2AE973-7B2D-2A83-65EE-8BDB99EDA0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55474" y="3807796"/>
              <a:ext cx="623018" cy="53901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45841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Patiphan.Phak</dc:creator>
  <cp:lastModifiedBy>Patiphan.Phak</cp:lastModifiedBy>
  <cp:revision>1</cp:revision>
  <dcterms:created xsi:type="dcterms:W3CDTF">2026-04-10T09:23:52Z</dcterms:created>
  <dcterms:modified xsi:type="dcterms:W3CDTF">2026-04-10T09:44:00Z</dcterms:modified>
</cp:coreProperties>
</file>